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2303"/>
    <a:srgbClr val="9C2B02"/>
    <a:srgbClr val="992900"/>
    <a:srgbClr val="491712"/>
    <a:srgbClr val="990A00"/>
    <a:srgbClr val="869DAA"/>
    <a:srgbClr val="869C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 showGuides="1">
      <p:cViewPr varScale="1">
        <p:scale>
          <a:sx n="149" d="100"/>
          <a:sy n="149" d="100"/>
        </p:scale>
        <p:origin x="61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457F7D-E5F2-2A6F-ADD1-18A53B425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CC10AAD-7BC5-8543-6528-ECD6FE3052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8338DB-F88D-CD75-D8D5-86F26C0DD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3B3F-908F-4151-9F50-5D7AEE049C49}" type="datetimeFigureOut">
              <a:rPr lang="fr-CH" smtClean="0"/>
              <a:t>04.10.2026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27EFCB-7DE3-E0C7-7F91-B1B495A24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E5290E-6918-AB38-8F89-F851C589C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ED761-7BEC-4ACC-847E-7BFFC0F51B37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13887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8D38A7-C296-D6CC-8AF7-030CED58C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CA0F9D-1DAF-E2BB-AD7F-0EC279EDE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80B826-89C4-E547-5BE8-0CB053FBA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3B3F-908F-4151-9F50-5D7AEE049C49}" type="datetimeFigureOut">
              <a:rPr lang="fr-CH" smtClean="0"/>
              <a:t>04.10.2026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54D78D-2E6D-8472-684D-C3B338B14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5C5863-C8F0-8EBB-9B22-FC82E93C2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ED761-7BEC-4ACC-847E-7BFFC0F51B37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8380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F54373-E851-A290-D0CF-A66D3F246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9774E73-DF27-A23D-DB7E-9E317F477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3B6090-A718-652A-7F42-179EE2CEC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3B3F-908F-4151-9F50-5D7AEE049C49}" type="datetimeFigureOut">
              <a:rPr lang="fr-CH" smtClean="0"/>
              <a:t>04.10.2026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4BEDB1-511F-A934-41D1-39B3E0479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10D7E2-1939-EC3A-A960-788A33B76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ED761-7BEC-4ACC-847E-7BFFC0F51B37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06824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CE6926-2A86-A082-4823-B8A0B15B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A754EF-A50D-B36C-FC6C-5EE3B3D308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1CACFF-0633-41F5-1958-DF6E740B6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6262789-4019-D60C-096F-B5A6EA3F8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3B3F-908F-4151-9F50-5D7AEE049C49}" type="datetimeFigureOut">
              <a:rPr lang="fr-CH" smtClean="0"/>
              <a:t>04.10.2026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D44B70-A876-2B7E-E23B-F436AF020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CC79A7-FB4B-3999-FFC9-BA403FEF4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ED761-7BEC-4ACC-847E-7BFFC0F51B37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77712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6A75AC-3257-1B39-C922-1AA94B303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9999D7E-EFDA-C943-960C-B68BB927D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D7A72EE-624D-5474-AA5C-C2A11ECFCE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53D6F2E-FEE4-9132-4566-5D0671859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097F2BB-62A8-8A9B-FC0D-99DB30A7F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F6AB335-8311-C0D2-D8A8-6716FD91D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3B3F-908F-4151-9F50-5D7AEE049C49}" type="datetimeFigureOut">
              <a:rPr lang="fr-CH" smtClean="0"/>
              <a:t>04.10.2026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74F1FB5-E68B-6F49-B176-C366106A1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056C79E-D435-FC2A-38BC-C0B8E7A5F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ED761-7BEC-4ACC-847E-7BFFC0F51B37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36794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490333-FD21-63CA-0AD6-F04405A85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A0B3765-B1F1-39DA-9133-310D897DB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3B3F-908F-4151-9F50-5D7AEE049C49}" type="datetimeFigureOut">
              <a:rPr lang="fr-CH" smtClean="0"/>
              <a:t>04.10.2026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78A80EA-347C-92F3-3D58-BECAC4230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559A1E4-A77C-74A2-1538-31393275A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ED761-7BEC-4ACC-847E-7BFFC0F51B37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86529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75EE32B-E11E-9DFF-4FAE-62FBAF944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3B3F-908F-4151-9F50-5D7AEE049C49}" type="datetimeFigureOut">
              <a:rPr lang="fr-CH" smtClean="0"/>
              <a:t>04.10.2026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F63141C-55A0-EBA5-7549-F1DEBA2B2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7745894-858C-19A0-E0A4-216214D4E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ED761-7BEC-4ACC-847E-7BFFC0F51B37}" type="slidenum">
              <a:rPr lang="fr-CH" smtClean="0"/>
              <a:t>‹N°›</a:t>
            </a:fld>
            <a:endParaRPr lang="fr-CH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AF787D0-49DE-E2E3-3D67-9CAF9EDF55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187" y="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021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9093E0-6E0D-A87A-0038-857CD9330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E865F1-4FED-73C1-CA01-259880731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76D2AC5-748D-AFF9-01DE-9A1C976C3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A15117E-FD57-81F0-B4C4-A48185D1D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3B3F-908F-4151-9F50-5D7AEE049C49}" type="datetimeFigureOut">
              <a:rPr lang="fr-CH" smtClean="0"/>
              <a:t>04.10.2026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F9C0985-755F-61A9-7CBC-7EA432D34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76E619D-82AF-702E-B97D-1F2F0B0FF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ED761-7BEC-4ACC-847E-7BFFC0F51B37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67734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590E48-9708-EA6B-FC56-AA3607B1E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68045FF-F0D8-5799-6B19-47CD69474B7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602218F-D2A2-2A66-B712-F4A1776A2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F194F49-B074-2932-1C0F-CCB73D248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3B3F-908F-4151-9F50-5D7AEE049C49}" type="datetimeFigureOut">
              <a:rPr lang="fr-CH" smtClean="0"/>
              <a:t>04.10.2026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B1BF0D7-6A3C-EECF-C165-9179590C6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B431405-5217-14BF-2C1A-BDAA6FC2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ED761-7BEC-4ACC-847E-7BFFC0F51B37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87197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33A446-5243-053A-AF58-FD5676AF6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E853BB2-1EDD-2D97-D204-D1C841524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469520-220F-83CC-E180-4794D083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3B3F-908F-4151-9F50-5D7AEE049C49}" type="datetimeFigureOut">
              <a:rPr lang="fr-CH" smtClean="0"/>
              <a:t>04.10.2026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D72201-1320-FE27-A614-EC1523E37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CC3002-6A6B-2885-E703-BD1E57698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ED761-7BEC-4ACC-847E-7BFFC0F51B37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54515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689CEFD-4609-FA62-1982-45008C5F56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5C0F3AE-CC2B-7DBC-E651-36F47A7B4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915B71-E594-FB2E-C224-E09C9B934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3B3F-908F-4151-9F50-5D7AEE049C49}" type="datetimeFigureOut">
              <a:rPr lang="fr-CH" smtClean="0"/>
              <a:t>04.10.2026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3B03BD-3636-7F3E-00A2-2AE941482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B2DA69-FD9E-F06C-30AF-72A2A2760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ED761-7BEC-4ACC-847E-7BFFC0F51B37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63188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62499EA-C1BF-3FE6-A5F3-F3869684B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7D9EC16-CEE3-B377-B020-31DD704E8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F01C5D-BA6A-7A1C-56F6-4109632872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4D3B3F-908F-4151-9F50-5D7AEE049C49}" type="datetimeFigureOut">
              <a:rPr lang="fr-CH" smtClean="0"/>
              <a:t>04.10.2026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38504B-D308-6A3A-69BD-79D6348F3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DBB549-9709-510C-26B6-B2F235A26A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3ED761-7BEC-4ACC-847E-7BFFC0F51B37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69302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llipse 14">
            <a:extLst>
              <a:ext uri="{FF2B5EF4-FFF2-40B4-BE49-F238E27FC236}">
                <a16:creationId xmlns:a16="http://schemas.microsoft.com/office/drawing/2014/main" id="{1C72EA26-CA48-EBCD-04E7-22EBC1ED9137}"/>
              </a:ext>
            </a:extLst>
          </p:cNvPr>
          <p:cNvSpPr/>
          <p:nvPr/>
        </p:nvSpPr>
        <p:spPr>
          <a:xfrm>
            <a:off x="9202040" y="3361864"/>
            <a:ext cx="1408306" cy="1408306"/>
          </a:xfrm>
          <a:prstGeom prst="ellipse">
            <a:avLst/>
          </a:prstGeom>
          <a:gradFill flip="none" rotWithShape="1">
            <a:gsLst>
              <a:gs pos="0">
                <a:srgbClr val="992900"/>
              </a:gs>
              <a:gs pos="100000">
                <a:srgbClr val="491712"/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CF6CB885-FEF9-5F94-808F-95365F49CB75}"/>
              </a:ext>
            </a:extLst>
          </p:cNvPr>
          <p:cNvSpPr/>
          <p:nvPr/>
        </p:nvSpPr>
        <p:spPr>
          <a:xfrm>
            <a:off x="9651762" y="491384"/>
            <a:ext cx="1551062" cy="155106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60935213-9047-77CA-226A-E2327AADC52C}"/>
              </a:ext>
            </a:extLst>
          </p:cNvPr>
          <p:cNvSpPr/>
          <p:nvPr/>
        </p:nvSpPr>
        <p:spPr>
          <a:xfrm>
            <a:off x="9081687" y="3252743"/>
            <a:ext cx="1626550" cy="1626548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F8194E33-D8F7-37B0-22F3-A3D8BFDB465F}"/>
              </a:ext>
            </a:extLst>
          </p:cNvPr>
          <p:cNvSpPr/>
          <p:nvPr/>
        </p:nvSpPr>
        <p:spPr>
          <a:xfrm>
            <a:off x="9021866" y="3192922"/>
            <a:ext cx="1746192" cy="1746190"/>
          </a:xfrm>
          <a:prstGeom prst="ellipse">
            <a:avLst/>
          </a:prstGeom>
          <a:noFill/>
          <a:ln w="76200">
            <a:solidFill>
              <a:srgbClr val="869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4516DAD9-5CB5-B4FC-08F3-3543411FB503}"/>
              </a:ext>
            </a:extLst>
          </p:cNvPr>
          <p:cNvSpPr/>
          <p:nvPr/>
        </p:nvSpPr>
        <p:spPr>
          <a:xfrm>
            <a:off x="9119431" y="3290487"/>
            <a:ext cx="1551062" cy="1551060"/>
          </a:xfrm>
          <a:prstGeom prst="ellipse">
            <a:avLst/>
          </a:prstGeom>
          <a:noFill/>
          <a:ln w="76200">
            <a:solidFill>
              <a:srgbClr val="869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4A8515D8-A0E4-4262-4C2C-2405237CF119}"/>
              </a:ext>
            </a:extLst>
          </p:cNvPr>
          <p:cNvSpPr/>
          <p:nvPr/>
        </p:nvSpPr>
        <p:spPr>
          <a:xfrm>
            <a:off x="9202040" y="3373096"/>
            <a:ext cx="1385844" cy="1385842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6AEDB099-5A1A-79CE-381F-4E0CE03FC8F3}"/>
              </a:ext>
            </a:extLst>
          </p:cNvPr>
          <p:cNvSpPr/>
          <p:nvPr/>
        </p:nvSpPr>
        <p:spPr>
          <a:xfrm>
            <a:off x="9590533" y="3761588"/>
            <a:ext cx="608858" cy="608858"/>
          </a:xfrm>
          <a:prstGeom prst="ellipse">
            <a:avLst/>
          </a:prstGeom>
          <a:solidFill>
            <a:srgbClr val="A12303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32625340-22B1-5355-45E9-774DB46E92B3}"/>
              </a:ext>
            </a:extLst>
          </p:cNvPr>
          <p:cNvSpPr/>
          <p:nvPr/>
        </p:nvSpPr>
        <p:spPr>
          <a:xfrm>
            <a:off x="9672088" y="3843143"/>
            <a:ext cx="445748" cy="445748"/>
          </a:xfrm>
          <a:prstGeom prst="ellipse">
            <a:avLst/>
          </a:prstGeom>
          <a:solidFill>
            <a:schemeClr val="tx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7C31DF49-90A4-A73C-99D1-C8B2587CCA77}"/>
              </a:ext>
            </a:extLst>
          </p:cNvPr>
          <p:cNvSpPr/>
          <p:nvPr/>
        </p:nvSpPr>
        <p:spPr>
          <a:xfrm>
            <a:off x="9827636" y="3998691"/>
            <a:ext cx="134652" cy="134652"/>
          </a:xfrm>
          <a:prstGeom prst="ellipse">
            <a:avLst/>
          </a:prstGeom>
          <a:solidFill>
            <a:schemeClr val="bg1"/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F9C404-E97B-7D33-CCCF-80B0B478DB3B}"/>
              </a:ext>
            </a:extLst>
          </p:cNvPr>
          <p:cNvSpPr/>
          <p:nvPr/>
        </p:nvSpPr>
        <p:spPr>
          <a:xfrm>
            <a:off x="337559" y="1649338"/>
            <a:ext cx="2867114" cy="106395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2000" b="1" dirty="0">
                <a:effectLst>
                  <a:glow rad="101600">
                    <a:srgbClr val="FFC000">
                      <a:alpha val="60000"/>
                    </a:srgbClr>
                  </a:glo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The page </a:t>
            </a:r>
            <a:r>
              <a:rPr lang="fr-CH" sz="2000" b="1" dirty="0" err="1">
                <a:effectLst>
                  <a:glow rad="101600">
                    <a:srgbClr val="FFC000">
                      <a:alpha val="60000"/>
                    </a:srgbClr>
                  </a:glo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you’re</a:t>
            </a:r>
            <a:r>
              <a:rPr lang="fr-CH" sz="2000" b="1" dirty="0">
                <a:effectLst>
                  <a:glow rad="101600">
                    <a:srgbClr val="FFC000">
                      <a:alpha val="60000"/>
                    </a:srgbClr>
                  </a:glo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H" sz="2000" b="1" dirty="0" err="1">
                <a:effectLst>
                  <a:glow rad="101600">
                    <a:srgbClr val="FFC000">
                      <a:alpha val="60000"/>
                    </a:srgbClr>
                  </a:glo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looking</a:t>
            </a:r>
            <a:r>
              <a:rPr lang="fr-CH" sz="2000" b="1" dirty="0">
                <a:effectLst>
                  <a:glow rad="101600">
                    <a:srgbClr val="FFC000">
                      <a:alpha val="60000"/>
                    </a:srgbClr>
                  </a:glo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for </a:t>
            </a:r>
            <a:r>
              <a:rPr lang="fr-CH" sz="2000" b="1" dirty="0" err="1">
                <a:effectLst>
                  <a:glow rad="101600">
                    <a:srgbClr val="FFC000">
                      <a:alpha val="60000"/>
                    </a:srgbClr>
                  </a:glo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can’t</a:t>
            </a:r>
            <a:r>
              <a:rPr lang="fr-CH" sz="2000" b="1" dirty="0">
                <a:effectLst>
                  <a:glow rad="101600">
                    <a:srgbClr val="FFC000">
                      <a:alpha val="60000"/>
                    </a:srgbClr>
                  </a:glo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H" sz="2000" b="1" dirty="0" err="1">
                <a:effectLst>
                  <a:glow rad="101600">
                    <a:srgbClr val="FFC000">
                      <a:alpha val="60000"/>
                    </a:srgbClr>
                  </a:glo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be</a:t>
            </a:r>
            <a:r>
              <a:rPr lang="fr-CH" sz="2000" b="1" dirty="0">
                <a:effectLst>
                  <a:glow rad="101600">
                    <a:srgbClr val="FFC000">
                      <a:alpha val="60000"/>
                    </a:srgbClr>
                  </a:glo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H" sz="2000" b="1" dirty="0" err="1">
                <a:effectLst>
                  <a:glow rad="101600">
                    <a:srgbClr val="FFC000">
                      <a:alpha val="60000"/>
                    </a:srgbClr>
                  </a:glo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found</a:t>
            </a:r>
            <a:endParaRPr lang="fr-CH" sz="2000" b="1" dirty="0">
              <a:effectLst>
                <a:glow rad="101600">
                  <a:srgbClr val="FFC000">
                    <a:alpha val="60000"/>
                  </a:srgbClr>
                </a:glo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7CA72B-4C21-7304-BC5B-BD2289B18B72}"/>
              </a:ext>
            </a:extLst>
          </p:cNvPr>
          <p:cNvSpPr/>
          <p:nvPr/>
        </p:nvSpPr>
        <p:spPr>
          <a:xfrm>
            <a:off x="337559" y="2829888"/>
            <a:ext cx="2867114" cy="106395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sz="2000" b="1" dirty="0">
              <a:effectLst>
                <a:glow rad="101600">
                  <a:srgbClr val="FFC000">
                    <a:alpha val="60000"/>
                  </a:srgbClr>
                </a:glo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7822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</Words>
  <Application>Microsoft Office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Bühlmann</dc:creator>
  <cp:lastModifiedBy>Christian Bühlmann</cp:lastModifiedBy>
  <cp:revision>3</cp:revision>
  <dcterms:created xsi:type="dcterms:W3CDTF">2026-10-03T17:53:48Z</dcterms:created>
  <dcterms:modified xsi:type="dcterms:W3CDTF">2026-10-04T16:22:55Z</dcterms:modified>
</cp:coreProperties>
</file>