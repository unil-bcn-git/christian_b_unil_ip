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12303"/>
    <a:srgbClr val="9C2B02"/>
    <a:srgbClr val="992900"/>
    <a:srgbClr val="491712"/>
    <a:srgbClr val="990A00"/>
    <a:srgbClr val="869DAA"/>
    <a:srgbClr val="869CA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9" autoAdjust="0"/>
    <p:restoredTop sz="94660"/>
  </p:normalViewPr>
  <p:slideViewPr>
    <p:cSldViewPr snapToGrid="0" showGuides="1">
      <p:cViewPr varScale="1">
        <p:scale>
          <a:sx n="149" d="100"/>
          <a:sy n="149" d="100"/>
        </p:scale>
        <p:origin x="616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8457F7D-E5F2-2A6F-ADD1-18A53B4250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CC10AAD-7BC5-8543-6528-ECD6FE3052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78338DB-F88D-CD75-D8D5-86F26C0DD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D3B3F-908F-4151-9F50-5D7AEE049C49}" type="datetimeFigureOut">
              <a:rPr lang="fr-CH" smtClean="0"/>
              <a:t>03.10.2026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F27EFCB-7DE3-E0C7-7F91-B1B495A24F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2E5290E-6918-AB38-8F89-F851C589C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ED761-7BEC-4ACC-847E-7BFFC0F51B3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0138875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08D38A7-C296-D6CC-8AF7-030CED58C7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8CA0F9D-1DAF-E2BB-AD7F-0EC279EDE9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B80B826-89C4-E547-5BE8-0CB053FBA5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D3B3F-908F-4151-9F50-5D7AEE049C49}" type="datetimeFigureOut">
              <a:rPr lang="fr-CH" smtClean="0"/>
              <a:t>03.10.2026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954D78D-2E6D-8472-684D-C3B338B14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D5C5863-C8F0-8EBB-9B22-FC82E93C2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ED761-7BEC-4ACC-847E-7BFFC0F51B3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5838094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F54373-E851-A290-D0CF-A66D3F2464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9774E73-DF27-A23D-DB7E-9E317F4778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83B6090-A718-652A-7F42-179EE2CECC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D3B3F-908F-4151-9F50-5D7AEE049C49}" type="datetimeFigureOut">
              <a:rPr lang="fr-CH" smtClean="0"/>
              <a:t>03.10.2026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64BEDB1-511F-A934-41D1-39B3E0479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A10D7E2-1939-EC3A-A960-788A33B76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ED761-7BEC-4ACC-847E-7BFFC0F51B3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0068243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3CE6926-2A86-A082-4823-B8A0B15BC0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4A754EF-A50D-B36C-FC6C-5EE3B3D308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41CACFF-0633-41F5-1958-DF6E740B6C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6262789-4019-D60C-096F-B5A6EA3F8C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D3B3F-908F-4151-9F50-5D7AEE049C49}" type="datetimeFigureOut">
              <a:rPr lang="fr-CH" smtClean="0"/>
              <a:t>03.10.2026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0D44B70-A876-2B7E-E23B-F436AF020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5CC79A7-FB4B-3999-FFC9-BA403FEF4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ED761-7BEC-4ACC-847E-7BFFC0F51B3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7777127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86A75AC-3257-1B39-C922-1AA94B3034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9999D7E-EFDA-C943-960C-B68BB927DC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0D7A72EE-624D-5474-AA5C-C2A11ECFCE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453D6F2E-FEE4-9132-4566-5D06718598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B097F2BB-62A8-8A9B-FC0D-99DB30A7F3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4F6AB335-8311-C0D2-D8A8-6716FD91D5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D3B3F-908F-4151-9F50-5D7AEE049C49}" type="datetimeFigureOut">
              <a:rPr lang="fr-CH" smtClean="0"/>
              <a:t>03.10.2026</a:t>
            </a:fld>
            <a:endParaRPr lang="fr-CH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74F1FB5-E68B-6F49-B176-C366106A1C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D056C79E-D435-FC2A-38BC-C0B8E7A5F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ED761-7BEC-4ACC-847E-7BFFC0F51B3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5367946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2490333-FD21-63CA-0AD6-F04405A85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8A0B3765-B1F1-39DA-9133-310D897DB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D3B3F-908F-4151-9F50-5D7AEE049C49}" type="datetimeFigureOut">
              <a:rPr lang="fr-CH" smtClean="0"/>
              <a:t>03.10.2026</a:t>
            </a:fld>
            <a:endParaRPr lang="fr-CH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78A80EA-347C-92F3-3D58-BECAC42303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559A1E4-A77C-74A2-1538-31393275A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ED761-7BEC-4ACC-847E-7BFFC0F51B3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6865291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A75EE32B-E11E-9DFF-4FAE-62FBAF944A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D3B3F-908F-4151-9F50-5D7AEE049C49}" type="datetimeFigureOut">
              <a:rPr lang="fr-CH" smtClean="0"/>
              <a:t>03.10.2026</a:t>
            </a:fld>
            <a:endParaRPr lang="fr-CH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4F63141C-55A0-EBA5-7549-F1DEBA2B24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7745894-858C-19A0-E0A4-216214D4E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ED761-7BEC-4ACC-847E-7BFFC0F51B37}" type="slidenum">
              <a:rPr lang="fr-CH" smtClean="0"/>
              <a:t>‹N°›</a:t>
            </a:fld>
            <a:endParaRPr lang="fr-CH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0AF787D0-49DE-E2E3-3D67-9CAF9EDF553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7187" y="0"/>
            <a:ext cx="38576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0216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C9093E0-6E0D-A87A-0038-857CD9330A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BE865F1-4FED-73C1-CA01-259880731D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76D2AC5-748D-AFF9-01DE-9A1C976C3E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A15117E-FD57-81F0-B4C4-A48185D1D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D3B3F-908F-4151-9F50-5D7AEE049C49}" type="datetimeFigureOut">
              <a:rPr lang="fr-CH" smtClean="0"/>
              <a:t>03.10.2026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F9C0985-755F-61A9-7CBC-7EA432D341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76E619D-82AF-702E-B97D-1F2F0B0FF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ED761-7BEC-4ACC-847E-7BFFC0F51B3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367734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E590E48-9708-EA6B-FC56-AA3607B1E5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68045FF-F0D8-5799-6B19-47CD69474B75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602218F-D2A2-2A66-B712-F4A1776A26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F194F49-B074-2932-1C0F-CCB73D248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D3B3F-908F-4151-9F50-5D7AEE049C49}" type="datetimeFigureOut">
              <a:rPr lang="fr-CH" smtClean="0"/>
              <a:t>03.10.2026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B1BF0D7-6A3C-EECF-C165-9179590C6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B431405-5217-14BF-2C1A-BDAA6FC2B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ED761-7BEC-4ACC-847E-7BFFC0F51B3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5871970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33A446-5243-053A-AF58-FD5676AF6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E853BB2-1EDD-2D97-D204-D1C8415240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C469520-220F-83CC-E180-4794D0831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D3B3F-908F-4151-9F50-5D7AEE049C49}" type="datetimeFigureOut">
              <a:rPr lang="fr-CH" smtClean="0"/>
              <a:t>03.10.2026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FD72201-1320-FE27-A614-EC1523E37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8CC3002-6A6B-2885-E703-BD1E57698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ED761-7BEC-4ACC-847E-7BFFC0F51B3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0545155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3689CEFD-4609-FA62-1982-45008C5F56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5C0F3AE-CC2B-7DBC-E651-36F47A7B4A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8915B71-E594-FB2E-C224-E09C9B934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D3B3F-908F-4151-9F50-5D7AEE049C49}" type="datetimeFigureOut">
              <a:rPr lang="fr-CH" smtClean="0"/>
              <a:t>03.10.2026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13B03BD-3636-7F3E-00A2-2AE941482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6B2DA69-FD9E-F06C-30AF-72A2A2760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ED761-7BEC-4ACC-847E-7BFFC0F51B3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8631882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562499EA-C1BF-3FE6-A5F3-F3869684BB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7D9EC16-CEE3-B377-B020-31DD704E83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CF01C5D-BA6A-7A1C-56F6-4109632872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4D3B3F-908F-4151-9F50-5D7AEE049C49}" type="datetimeFigureOut">
              <a:rPr lang="fr-CH" smtClean="0"/>
              <a:t>03.10.2026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138504B-D308-6A3A-69BD-79D6348F3C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FDBB549-9709-510C-26B6-B2F235A26A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3ED761-7BEC-4ACC-847E-7BFFC0F51B3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169302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Ellipse 14">
            <a:extLst>
              <a:ext uri="{FF2B5EF4-FFF2-40B4-BE49-F238E27FC236}">
                <a16:creationId xmlns:a16="http://schemas.microsoft.com/office/drawing/2014/main" id="{1C72EA26-CA48-EBCD-04E7-22EBC1ED9137}"/>
              </a:ext>
            </a:extLst>
          </p:cNvPr>
          <p:cNvSpPr/>
          <p:nvPr/>
        </p:nvSpPr>
        <p:spPr>
          <a:xfrm>
            <a:off x="9202040" y="3361864"/>
            <a:ext cx="1408306" cy="1408306"/>
          </a:xfrm>
          <a:prstGeom prst="ellipse">
            <a:avLst/>
          </a:prstGeom>
          <a:gradFill flip="none" rotWithShape="1">
            <a:gsLst>
              <a:gs pos="0">
                <a:srgbClr val="992900"/>
              </a:gs>
              <a:gs pos="100000">
                <a:srgbClr val="491712"/>
              </a:gs>
            </a:gsLst>
            <a:path path="circle">
              <a:fillToRect r="100000" b="100000"/>
            </a:path>
            <a:tileRect l="-100000" t="-10000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CF6CB885-FEF9-5F94-808F-95365F49CB75}"/>
              </a:ext>
            </a:extLst>
          </p:cNvPr>
          <p:cNvSpPr/>
          <p:nvPr/>
        </p:nvSpPr>
        <p:spPr>
          <a:xfrm>
            <a:off x="9651762" y="491384"/>
            <a:ext cx="1551062" cy="1551060"/>
          </a:xfrm>
          <a:prstGeom prst="ellipse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60935213-9047-77CA-226A-E2327AADC52C}"/>
              </a:ext>
            </a:extLst>
          </p:cNvPr>
          <p:cNvSpPr/>
          <p:nvPr/>
        </p:nvSpPr>
        <p:spPr>
          <a:xfrm>
            <a:off x="9081687" y="3252743"/>
            <a:ext cx="1626550" cy="1626548"/>
          </a:xfrm>
          <a:prstGeom prst="ellipse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 dirty="0"/>
          </a:p>
        </p:txBody>
      </p:sp>
      <p:sp>
        <p:nvSpPr>
          <p:cNvPr id="2" name="Ellipse 1">
            <a:extLst>
              <a:ext uri="{FF2B5EF4-FFF2-40B4-BE49-F238E27FC236}">
                <a16:creationId xmlns:a16="http://schemas.microsoft.com/office/drawing/2014/main" id="{F8194E33-D8F7-37B0-22F3-A3D8BFDB465F}"/>
              </a:ext>
            </a:extLst>
          </p:cNvPr>
          <p:cNvSpPr/>
          <p:nvPr/>
        </p:nvSpPr>
        <p:spPr>
          <a:xfrm>
            <a:off x="9021866" y="3192922"/>
            <a:ext cx="1746192" cy="1746190"/>
          </a:xfrm>
          <a:prstGeom prst="ellipse">
            <a:avLst/>
          </a:prstGeom>
          <a:noFill/>
          <a:ln w="76200">
            <a:solidFill>
              <a:srgbClr val="869DA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4516DAD9-5CB5-B4FC-08F3-3543411FB503}"/>
              </a:ext>
            </a:extLst>
          </p:cNvPr>
          <p:cNvSpPr/>
          <p:nvPr/>
        </p:nvSpPr>
        <p:spPr>
          <a:xfrm>
            <a:off x="9119431" y="3290487"/>
            <a:ext cx="1551062" cy="1551060"/>
          </a:xfrm>
          <a:prstGeom prst="ellipse">
            <a:avLst/>
          </a:prstGeom>
          <a:noFill/>
          <a:ln w="76200">
            <a:solidFill>
              <a:srgbClr val="869DA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4A8515D8-A0E4-4262-4C2C-2405237CF119}"/>
              </a:ext>
            </a:extLst>
          </p:cNvPr>
          <p:cNvSpPr/>
          <p:nvPr/>
        </p:nvSpPr>
        <p:spPr>
          <a:xfrm>
            <a:off x="9202040" y="3373096"/>
            <a:ext cx="1385844" cy="1385842"/>
          </a:xfrm>
          <a:prstGeom prst="ellipse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6AEDB099-5A1A-79CE-381F-4E0CE03FC8F3}"/>
              </a:ext>
            </a:extLst>
          </p:cNvPr>
          <p:cNvSpPr/>
          <p:nvPr/>
        </p:nvSpPr>
        <p:spPr>
          <a:xfrm>
            <a:off x="9590533" y="3761588"/>
            <a:ext cx="608858" cy="608858"/>
          </a:xfrm>
          <a:prstGeom prst="ellipse">
            <a:avLst/>
          </a:prstGeom>
          <a:solidFill>
            <a:srgbClr val="A12303">
              <a:alpha val="7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2625340-22B1-5355-45E9-774DB46E92B3}"/>
              </a:ext>
            </a:extLst>
          </p:cNvPr>
          <p:cNvSpPr/>
          <p:nvPr/>
        </p:nvSpPr>
        <p:spPr>
          <a:xfrm>
            <a:off x="9672088" y="3843143"/>
            <a:ext cx="445748" cy="445748"/>
          </a:xfrm>
          <a:prstGeom prst="ellipse">
            <a:avLst/>
          </a:prstGeom>
          <a:solidFill>
            <a:schemeClr val="tx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7C31DF49-90A4-A73C-99D1-C8B2587CCA77}"/>
              </a:ext>
            </a:extLst>
          </p:cNvPr>
          <p:cNvSpPr/>
          <p:nvPr/>
        </p:nvSpPr>
        <p:spPr>
          <a:xfrm>
            <a:off x="9827636" y="3998691"/>
            <a:ext cx="134652" cy="134652"/>
          </a:xfrm>
          <a:prstGeom prst="ellipse">
            <a:avLst/>
          </a:prstGeom>
          <a:solidFill>
            <a:schemeClr val="bg1"/>
          </a:solidFill>
          <a:ln w="349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58178224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0</Words>
  <Application>Microsoft Office PowerPoint</Application>
  <PresentationFormat>Grand écran</PresentationFormat>
  <Paragraphs>0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Christian Bühlmann</dc:creator>
  <cp:lastModifiedBy>Christian Bühlmann</cp:lastModifiedBy>
  <cp:revision>2</cp:revision>
  <dcterms:created xsi:type="dcterms:W3CDTF">2026-10-03T17:53:48Z</dcterms:created>
  <dcterms:modified xsi:type="dcterms:W3CDTF">2026-10-03T18:06:06Z</dcterms:modified>
</cp:coreProperties>
</file>